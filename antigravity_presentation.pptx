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ANTIGRAVITY AG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AI Project Idea Generator &amp; Capstone Architect for Engineering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20-Slide Comprehensive Architectural &amp; Mentoring Presentation Deck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Profile Scoped: Beginner Student • Intern / Junior Developer • Final-Year Capstone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Featuring AI Top Recommendation Engine, Data Platform Badges &amp; 60s Demo Scripts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Live Web Application: https://3hr-promptwars.vercel.app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"Engineering is the closest thing to magic that exists in the real world. — Elon Musk (CEO, Tesla &amp; xAI)"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The Student Capstone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Why Final-Year Engineering Students Struggle with Project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Over-ambitious Scope: Selecting enterprise-scale projects that stall halfway through the semester.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Unreachable Data Dependencies: Relying on proprietary datasets or APIs behind expensive paywalls.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Vague MVP Definitions: Lacking an explicit feature cut and weekly sequential build order.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Judge Presentation Gaps: Inability to structure a crisp 60-second live demo script highlighting core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"AI will be the ultimate tool to expand human capability and accelerate scientific discovery. — Demis Hassabis (CEO, Google DeepMind)"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The Antigravity AG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AI-Driven Profile Scoper &amp; Feasibility Check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Input Parameters: Known skills, multi-domain preferences, available weeks, and hardware constraints.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Smart Profile Adapter: Adjusts complexity dynamically for Beginners, Interns, and Final-Year Students.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Feasibility First: Enforces 9 strict constraints ensuring 100% buildable projects without data paywalls.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Instant Output: Generates 3 tailored project ideas with an explicit AI Top Recommendation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"The web is the most accessible runtime on earth — shipping software in seconds changes everything. — Guillermo Rauch (CEO, Vercel)"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Integrated Tech &amp; AI Ecosystem Logos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Powered by Industry-Standard Artificial Intelligence &amp; Cloud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OpenAI / ChatGPT API: Structured JSON prompt execution &amp; natural language budget guidance.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Google Gemini 2.5 Flash: High-reasoning capstone mentoring &amp; architectural blueprint elaboration.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Vercel Cloud Serverless: Instant global edge deployment with Python serverless functions.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PyTorch &amp; Scikit-Learn: Computer vision transfer learning &amp; machine learning classifiers.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FastAPI &amp; React: Async REST backend architecture and modern 3D glassmorphic user interfaces.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GitHub REST API: Public repository diff ingestion and static code analysis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"Building reliable, safe AI systems requires deep engineering discipline from day one. — Dario Amodei (CEO, Anthropic)"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Target Profile Scoper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Tailored Complexity Scoping across Student Experience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Beginner Student: Pretrained models (MobileNet, OpenCV), 1-2 core features, straightforward scope.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Intern / Junior Developer: Clean REST API endpoints, full-stack integration, industry standard tools.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Final-Year Student: Multi-component ML pipelines, dataset validation, research novelty, judge ready.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Dynamic Milestone Adjustment: Week-by-week build paths explicitly cite student's primary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"Software is a great combination between artistry and engineering. — Bill Gates (Co-Founder, Microsoft)"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Structured System Prompt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The Mentoring Brain Behind Antigravity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System Persona: Direct, practical senior engineering mentor — zero buzzwords or hype.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Constraint Enforcer: Proposes synthetic fallback datasets if ideal data sources require paywalls.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Ethical &amp; Privacy Shield: Explicitly flags biometric, medical, and personal data privacy risks.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Learning Gap Minimizer: Recommends smallest learning curve path matching student skills to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"Most of human knowledge is learned by doing and building hands-on systems. — Yann LeCun (Chief AI Scientist, Meta)"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The 9-Field Project Output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Standardized Blueprint Structure for Every Generated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1. Title (Short, specific) | 2. One-Line Pitch | 3. Problem &amp; Beneficiaries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4. Core Features (3-5 MVP-first) | 5. Tech Stack with Justifications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6. Data Sources &amp; Data Platform Source (Kaggle, GitHub, WHO, OpenFDA)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7. Milestones (Week-by-week path) | 8. Risk/Difficulty Flags &amp; Ethical Warnings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9. Stretch Feature for Bonus Marks | AI Recommendation Reason &amp; Top Match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"The biggest risk is not taking any risk in a world that is changing quickly. — Mark Zuckerberg (CEO, Meta)"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AI Top 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Data-Driven Project Matching &amp; Feasibility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Match Analysis: Evaluates skill alignment, time budget feasibility, and presentation impact.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Visual Highlight: Displays a gold crown banner (⭐ AI Top Recommended Choice) on the #1 match.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Justification Statement: Provides explicit rationale of why AI recommends this specific project.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Confidence Metrics: Verifies 100% dataset availability before presentation to judges.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"Execution is everything. Ideas are cheap, building real products is hard. — Tim Cook (CEO, Apple)"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Domain Blueprint 1 —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DevMentor AI: Automated Code Reviewer for Student Repositories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Pitch: An AI code-review assistant flagging code smells and suggesting refactors for student repos.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Core Features: GitHub diff ingestion, static AST analysis, severity score dashboard, inline suggested diffs.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Tech Stack: Python (FastAPI), React / Tailwind, GitHub REST API, Gemini LLM API.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Platform: GitHub REST API &amp; PyLint/ESLint open-source rule engines.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"Simplicity is prerequisite for reliability. — Edsger W. Dijkstra"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Domain Blueprint 2 — Data Science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SkillGap AI: Placement Predictor &amp; Job-Readiness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Pitch: ML analytics dashboard predicting student job readiness &amp; recommending skill closing roadmaps.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Core Features: Student profile feature engineering, XGBoost placement model, skill gap radar chart.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Tech Stack: Python, scikit-learn, XGBoost, Pandas, Plotly, Streamlit / React.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Platform: Kaggle Open Campus Placement Dataset &amp; industry skill benchmarks.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"Without data, you're just another person with an opinion. — W. Edwards Deming"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Domain Blueprint 3 — NLP &amp;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Antigravity AG: Capstone Project Mentor &amp; Architecture Advisor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Pitch: NLP mentoring system matching student profiles to feasibility-checked project blueprints.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Core Features: Skill profile NER extraction, embedding similarity search, 9-field project brief generator.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Tech Stack: Python, FastAPI, Gemini API, Sentence-Transformers, Tailwind CSS.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Platform: Curated Open Capstone Knowledge Base across 8 core CS specializations.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"Language is the operating system of human thought. — Sam Altman"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Domain Blueprint 4 —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VisionTrack: Privacy-Preserving Classroom Attendance Logger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Pitch: Campus face detection system logging attendance without saving raw facial embeddings.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Core Features: MediaPipe face detection, head pose orientation score, CSV attendance sheet exporter.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Tech Stack: Python, OpenCV, MediaPipe CPU engine, FastAPI, SQLite.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Platform: MediaPipe Vision Engine &amp; DAiSEE Classroom Video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"Vision is the art of seeing what is invisible to others. — Jonathan Swift"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Domain Blueprint 5 — Healthcare &amp; Medical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ArogyaAssist: Multilingual Rural Symptom Checker &amp; Triage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Pitch: Offline-first symptom guidance app classifying triage urgency for rural clinics with medical disclaimers.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Core Features: Conversational symptom intake, probabilistic disease classifier, urgency triage badges.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Tech Stack: Python, scikit-learn Decision Trees, FastAPI, Tailwind CSS.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Platform: Kaggle Disease-Symptom Open Dataset &amp; WHO Guidelines.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"Healthcare is where technology meets human compassion directly. — Sundar Pichai"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Domain Blueprint 6 — Fintech &amp;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SpendGuard Anomaly Detector &amp; PhishShield Security Scanner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SpendGuard: Isolation Forest financial transaction anomaly detector with AI budgeting nudges.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PhishShield: Real-time phishing email header scanner, WHOIS domain age checker, &amp; link expander.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 Sources: Kaggle Synthetic Transaction Dataset &amp; PhishTank Open API.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Privacy First: All bank statements &amp; email credentials processed locally in memory without disk 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"Security is not a product, but a continuous process. — Bruce Schneier"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Domain Blueprint 7 — Sustainability &amp;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EcoSort: Edge Waste-Sorting Assistant &amp; Recycling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Pitch: Camera waste classifier guiding recyclable vs compostable disposal with gamified eco-scores.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Core Features: MobileNet image classification, disposal bin recommendation, campus eco-leaderboard.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Tech Stack: Python, PyTorch / Transfer Learning, FastAPI, Tailwind CSS.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Platform: Kaggle TrashNet Open Dataset (2,500+ labeled images).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"Sustainability is no longer about doing less harm. It is about doing more good. — Jochen Zeitz"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Section 4 Deep-Dive Mentor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Actionable Implementation &amp; Sequential Build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Minimal File Tree: Standardized clean project directory layout (backend/, frontend/, requirements.txt).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MVP Feature Cut: Explicit list of features to build first vs features to explicitly skip.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Domain-Specific Skips: Software Eng skips OAuth orgs; Vision skips 3D matching; Healthcare skips EHR.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Sequential Build Order: Numbered step-by-step coding sequence preventing technical dependency blocks.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"First, solve the problem. Then, write the code. — John Johnson"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Technical Blockers Registry &amp; 1-Line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Pre-Emptive Debugging Solutions for Common Failure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Blocker 1: Gemini API returning markdown code blocks -&gt; Fix: Strip regex markdown fences before json.loads().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Blocker 2: GitHub API rate limits -&gt; Fix: Pass GitHub Personal Access Token in request headers.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Blocker 3: CORS issues on serverless -&gt; Fix: Add FastAPI CORSMiddleware with allow_origins=['*'].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Blocker 4: Isolation Forest flagging fixed rent payments -&gt; Fix: Add rule-based threshold overrides.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"Debugging is twice as hard as writing the code in the first place. — Brian W. Kernighan"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Data Platform Provenance &amp; Privacy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Transparent Data Grounding &amp; Mandatory Disclaimers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Data Platform Provenance: Every project explicitly badges its verified open data source.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Privacy-First Processing: Camera feeds &amp; financial CSVs processed strictly in RAM without logging.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Medical Triage Safety: Prominent un-dismissable disclaimers: 'Educational Triage Tool Only'.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Demographic Bias Removal: Protected attributes (gender, origin) explicitly dropped during ML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"Ethics and privacy must be engineered into software from the very first line of code."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Hackathon 60-Second Demo &amp; 20-Min Wow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Winning Presentation Techniques for Evaluation Panels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60-Second Judge Demo Script: Concise script highlighting input, processing pipeline, and results in &lt; 60s.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20-Minute Wow Factors: One-click PDF brief export, language switcher, or README.md generator.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Judge Questions Ready: Prepared answers for model accuracy, dataset fallbacks, and deployment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"A demo is worth a thousand slides. Clean execution wins hackathons."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Live Deployment &amp; Repository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Antigravity AG 3D Capstone AI Mentor is Live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3931920"/>
          </a:xfrm>
          <a:prstGeom prst="roundRect">
            <a:avLst/>
          </a:prstGeom>
          <a:solidFill>
            <a:srgbClr val="0425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Live Production Web App: https://3hr-promptwars.vercel.app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GitHub Repository: https://github.com/ishansharma16012007-bot/3hr-promptwars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Localhost Engine: http://127.0.0.1:8000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 Built with FastAPI, Gemini 2.5 Flash, Tailwind CSS, 3D Glassmorphism, &amp; Vercel Serverless.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0B981"/>
                </a:solidFill>
              </a:defRPr>
            </a:pPr>
            <a:r>
              <a:t>💬  "Thank you! Built for engineering students pushing the boundaries of software innovation."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